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62495" cy="6858000"/>
          </a:xfrm>
          <a:prstGeom prst="rect">
            <a:avLst/>
          </a:prstGeom>
          <a:solidFill>
            <a:srgbClr val="F27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1371600"/>
            <a:ext cx="5333695" cy="54864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6858000" cy="6126480"/>
          </a:xfrm>
          <a:prstGeom prst="rect">
            <a:avLst/>
          </a:prstGeom>
          <a:solidFill>
            <a:srgbClr val="11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6126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 ILUSÃO DA CONECTIVIDADE E O IMPACTO DA EXCLUSÃO DIGITAL NA EDUCAÇÃO DE JOVENS PERIFÉRICOS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126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Aluno: Nicolas Alexandre de Freitas Assis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Orientadoras: Profa. Renata Costa, Me.</a:t>
            </a:r>
            <a:br/>
            <a:r>
              <a:t>                       Profa. Andrea Ono, Dr.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Braz Cubas Centro Universitário</a:t>
            </a:r>
            <a:br/>
            <a:r>
              <a:t>Ano: 2025.1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12F4A"/>
                </a:solidFill>
                <a:latin typeface="Arial"/>
              </a:defRPr>
            </a:pPr>
            <a:r>
              <a:t>Palavras-Chave:</a:t>
            </a:r>
            <a:br/>
            <a:r>
              <a:t>• Exclusão digital</a:t>
            </a:r>
            <a:br/>
            <a:r>
              <a:t>• Desempenho escolar</a:t>
            </a:r>
            <a:br/>
            <a:r>
              <a:t>• Jovens da periferia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INTRODUÇÃO - 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Assimetrias estruturais: A falsa percepção de inclusão digital oculta abismos sociais e estruturais crônicos nas periferias brasileiras.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Uso restrito e precário: A conectividade real de jovens em extrema vulnerabilidade está limitada a smartphones com pacotes reduzidos de dados.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Prejuízo à autonomia: Essa precariedade técnica sabota diretamente a constância de estudos, mitigando o desenvolvimento de competências complexas.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Pergunta de Pesquisa: Num mundo tecnológico como o de hoje, de que maneira a exclusão digital influencia no futuro socioeconômico e educacional desses jovens?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INTRODUÇÃO -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Direito fundamental: O acesso continuado à internet de alta velocidade e a computadores tornou-se pilar estrutural para o pleno exercício da cidadania.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Reprodução de desigualdades: Evidenciar cientificamente como a limitação do acesso superficial perpetua assimetrias e exclusões históricas.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Barreira de inclusão: A carência tecnológica doméstica atua de maneira decisiva ao travar a mobilidade e o ingresso na universidade.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Foco na vulnerabilidade: Resgatar debates profundos sobre o isolamento digital severo ampliado exponencialmente no cenário pós-pandemia.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OBJETIVO GERAL E ESPECÍFICOS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2F4A"/>
                </a:solidFill>
              </a:defRPr>
            </a:pPr>
            <a:r>
              <a:t>OBJETIVO GERAL:</a:t>
            </a:r>
          </a:p>
          <a:p>
            <a:pPr>
              <a:spcAft>
                <a:spcPts val="2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Analisar os impactos estruturais da exclusão digital no futuro educacional, escolar e socioeconômico de jovens em situação de vulnerabilidade social de periferias urbanas.</a:t>
            </a:r>
          </a:p>
          <a:p>
            <a:pPr>
              <a:spcAft>
                <a:spcPts val="1000"/>
              </a:spcAft>
              <a:defRPr sz="2000" b="1">
                <a:solidFill>
                  <a:srgbClr val="112F4A"/>
                </a:solidFill>
              </a:defRPr>
            </a:pPr>
            <a:r>
              <a:t>OBJETIVOS ESPECÍFICOS: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Identificar as principais barreiras materiais que a falta de acesso tecnológico perene gera no desempenho acadêmico.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Discutir como a ausência de computadores residenciais impacta e penaliza de forma empírica a proficiência de jovens vulneráveis no ENEM.</a:t>
            </a:r>
          </a:p>
          <a:p>
            <a:pPr>
              <a:spcAft>
                <a:spcPts val="12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Avaliar criticamente as ações pedagógicas e diretrizes escolares capazes de mitigar os danos da exclusão via letramento digital escolar crítico.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METODOLOGIA / MÉTODO DA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Natureza da Pesquisa: Abordagem estritamente qualitativa e integrativa, de natureza teórica, sem a condução de experimentos práticos locais.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Bases e Recorte Temporal: Levantamento sistemático de literatura conduzido nas plataformas SciELO e Google Acadêmico (2015 a 2026).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Estratégia de Busca: Cruzamento indexado utilizando os descritores chaves: 'exclusão digital', 'periferia urbana' e 'jovens de baixa renda ENEM'.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Processamento de Dados: Triagem criteriosa de 3 artigos fundamentais com posterior tabulação e agrupamento metodológico em síntese cruzada.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FUNDAMENTAÇÃO TEÓRICA - EIXO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27219"/>
                </a:solidFill>
              </a:defRPr>
            </a:pPr>
            <a:r>
              <a:t>A Ilusão da Conectividade e a Infraestrutura Tecnológica Doméstica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Silva (2025): Mapeia as falhas logísticas de programas assistenciais focados na mera doação de hardware, sem o provimento de pacotes de dados contínuos.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Oliveira (2026): Conceitua a ausência de 'conectividade significativa', demonstrando que smartphones não substituem a infraestrutura de computadores funcionais.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Convergência Crítica: O uso de internet móvel superficial gera uma ilusão perversa de inclusão, mascarando restrições severas no desenvolvimento acadêmico complexo.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FUNDAMENTAÇÃO TEÓRICA - EIXO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27219"/>
                </a:solidFill>
              </a:defRPr>
            </a:pPr>
            <a:r>
              <a:t>Impactos na Proficiência do ENEM e Reprodução da Desigualdade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Silva, L. B. da (2025): Estudo macroestatístico e longitudinal empírico construído sobre os microdados oficiais do ENEM coletados entre 2015 e 2023.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Validação Quantitativa: Demonstra por métricas numéricas incontestáveis que a ausência de computadores em residências de baixa renda reduz drasticamente as notas.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Função de Bloqueio: A exclusão tecnológica opera diretamente como vetor de reprodução social estrutural, travando o ingresso regular dos jovens às universidades públicas.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FUNDAMENTAÇÃO TEÓRICA - EIXO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27219"/>
                </a:solidFill>
              </a:defRPr>
            </a:pPr>
            <a:r>
              <a:t>Políticas Integradas e Letramento Digital Escolar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Análise de Modelos: A literatura atesta que planos puramente assistencialistas baseados em entregas isoladas fracassam na promoção da equidade educacional.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Lacuna de Diretrizes: Identifica-se uma expressiva escassez de estratégias nacionais robustas e práticas voltadas para a capacitação digital contínua de docentes.</a:t>
            </a:r>
          </a:p>
          <a:p>
            <a:pPr>
              <a:spcAft>
                <a:spcPts val="15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• Abordagem Crítica: Urgência em redirecionar os currículos escolares periféricos para uma alfabetização digital voltada ao uso produtivo e crítico das mídias.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CONSIDERAÇÕES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Confirmação da Hipótese: A exclusão digital funciona ativamente como um agravante estrutural, reduzindo drasticamente as notas e oportunidades no ENEM.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Avanço Científico: Articulação metodológica sólida entre a ausência física de recursos domésticos e o prejuízo socioeconômico estatístico em longo prazo.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Limitações Registradas: O foco exclusivo em juventudes urbanas vulneráveis delimita a amostra, abrindo espaço para futuras investigações rurais.</a:t>
            </a:r>
          </a:p>
          <a:p>
            <a:pPr>
              <a:spcAft>
                <a:spcPts val="20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Desdobramentos e Recomendações: Formulação urgente de políticas públicas perenes que integrem conectividade gratuita e letramento nas bases curriculares.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2F4A"/>
                </a:solidFill>
                <a:latin typeface="Arial"/>
              </a:defRPr>
            </a:pPr>
            <a:r>
              <a:t>REFERÊNCIA BIBLIOGRÁFICA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12F4A"/>
                </a:solidFill>
                <a:latin typeface="Arial"/>
              </a:defRPr>
            </a:pPr>
            <a:r>
              <a:t>Braz Cubas</a:t>
            </a:r>
            <a:br/>
            <a:r>
              <a:t>Centro Universitário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OLIVEIRA, J. P. de. Letramento digital crítico e conectividade significativa. Revista de Educação e Tecnologia, v. 17, n. 1, p. 115-128, 2026.</a:t>
            </a:r>
          </a:p>
          <a:p>
            <a:pPr>
              <a:spcAft>
                <a:spcPts val="24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SILVA, A. A. Falhas estruturais na distribuição pública de hardware. Jornal de Políticas Educacionais, v. 22, n. 4, 2025.</a:t>
            </a:r>
          </a:p>
          <a:p>
            <a:pPr>
              <a:spcAft>
                <a:spcPts val="24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SILVA, L. B. da. Infraestrutura doméstica e proficiência no ENEM (2015-2023). Cadernos de Pesquisa Estatística, v. 41, e45892, 2025.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1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  <a:latin typeface="Arial"/>
              </a:defRPr>
            </a:pPr>
            <a:r>
              <a:rPr dirty="0"/>
              <a:t>“</a:t>
            </a:r>
            <a:r>
              <a:rPr lang="pt-BR" dirty="0"/>
              <a:t>À</a:t>
            </a:r>
            <a:r>
              <a:rPr dirty="0"/>
              <a:t> </a:t>
            </a:r>
            <a:r>
              <a:rPr dirty="0" err="1"/>
              <a:t>instituição</a:t>
            </a:r>
            <a:r>
              <a:rPr dirty="0"/>
              <a:t> </a:t>
            </a:r>
            <a:r>
              <a:rPr dirty="0" err="1"/>
              <a:t>Braz</a:t>
            </a:r>
            <a:r>
              <a:rPr dirty="0"/>
              <a:t> </a:t>
            </a:r>
            <a:r>
              <a:rPr dirty="0" err="1"/>
              <a:t>Cubas</a:t>
            </a:r>
            <a:r>
              <a:rPr dirty="0"/>
              <a:t> </a:t>
            </a:r>
            <a:r>
              <a:rPr lang="pt-BR" dirty="0"/>
              <a:t>agradeço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suporte</a:t>
            </a:r>
            <a:r>
              <a:rPr dirty="0"/>
              <a:t> </a:t>
            </a:r>
            <a:r>
              <a:rPr dirty="0" err="1"/>
              <a:t>indispensável</a:t>
            </a:r>
            <a:r>
              <a:rPr dirty="0"/>
              <a:t> no </a:t>
            </a:r>
            <a:r>
              <a:rPr dirty="0" err="1"/>
              <a:t>desenvolvimento</a:t>
            </a:r>
            <a:r>
              <a:rPr dirty="0"/>
              <a:t> </a:t>
            </a:r>
            <a:r>
              <a:rPr dirty="0" err="1"/>
              <a:t>desta</a:t>
            </a:r>
            <a:r>
              <a:rPr dirty="0"/>
              <a:t> </a:t>
            </a:r>
            <a:r>
              <a:rPr dirty="0" err="1"/>
              <a:t>pesquis</a:t>
            </a:r>
            <a:r>
              <a:rPr lang="pt-BR" dirty="0"/>
              <a:t>a</a:t>
            </a:r>
            <a:r>
              <a:rPr dirty="0"/>
              <a:t>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956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NICOLAS</cp:lastModifiedBy>
  <cp:revision>2</cp:revision>
  <dcterms:created xsi:type="dcterms:W3CDTF">2013-01-27T09:14:16Z</dcterms:created>
  <dcterms:modified xsi:type="dcterms:W3CDTF">2026-10-14T23:28:27Z</dcterms:modified>
  <cp:category/>
</cp:coreProperties>
</file>